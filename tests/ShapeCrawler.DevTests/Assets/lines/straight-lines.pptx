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" Target="slides/slide1.xml" /><Relationship Id="rId7" Type="http://schemas.openxmlformats.org/officeDocument/2006/relationships/slide" Target="slides/slide2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/>
          <p:nvPr/>
        </p:nvSpPr>
        <p:spPr>
          <a:xfrm>
            <a:off x="254000" y="254000"/>
            <a:ext cx="254000" cy="254000"/>
          </a:xfrm>
          <a:prstGeom prst="rect">
            <a:avLst/>
          </a:prstGeom>
        </p:spPr>
      </p:sp>
      <p:cxnSp>
        <p:nvCxnSpPr>
          <p:cNvPr id="3" name="Horizontal arrow"/>
          <p:cNvCxnSpPr/>
          <p:nvPr/>
        </p:nvCxnSpPr>
        <p:spPr>
          <a:xfrm flipH="0" flipV="0">
            <a:off x="638175" y="768350"/>
            <a:ext cx="1276350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4" name="Vertical arrow"/>
          <p:cNvCxnSpPr/>
          <p:nvPr/>
        </p:nvCxnSpPr>
        <p:spPr>
          <a:xfrm flipH="0" flipV="0">
            <a:off x="2543175" y="1022350"/>
            <a:ext cx="0" cy="127317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5" name="Diagonal arrow"/>
          <p:cNvCxnSpPr/>
          <p:nvPr/>
        </p:nvCxnSpPr>
        <p:spPr>
          <a:xfrm flipH="0" flipV="0">
            <a:off x="3813175" y="641350"/>
            <a:ext cx="1276350" cy="126682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6" name="Upward diagonal arrow"/>
          <p:cNvCxnSpPr/>
          <p:nvPr/>
        </p:nvCxnSpPr>
        <p:spPr>
          <a:xfrm flipH="0" flipV="1">
            <a:off x="3813175" y="1908175"/>
            <a:ext cx="1276350" cy="12763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7" name="Reversed horizontal arrow"/>
          <p:cNvCxnSpPr/>
          <p:nvPr/>
        </p:nvCxnSpPr>
        <p:spPr>
          <a:xfrm flipH="1" flipV="0">
            <a:off x="638175" y="3816350"/>
            <a:ext cx="1276350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8" name="Reversed vertical arrow"/>
          <p:cNvCxnSpPr/>
          <p:nvPr/>
        </p:nvCxnSpPr>
        <p:spPr>
          <a:xfrm flipH="0" flipV="1">
            <a:off x="2543175" y="2546350"/>
            <a:ext cx="0" cy="127317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9" name="Reversed diagonal arrow"/>
          <p:cNvCxnSpPr/>
          <p:nvPr/>
        </p:nvCxnSpPr>
        <p:spPr>
          <a:xfrm flipH="1" flipV="1">
            <a:off x="5083175" y="2546350"/>
            <a:ext cx="1276350" cy="126682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10" name="Horizontal plain line"/>
          <p:cNvCxnSpPr/>
          <p:nvPr/>
        </p:nvCxnSpPr>
        <p:spPr>
          <a:xfrm flipH="0" flipV="0">
            <a:off x="638175" y="768350"/>
            <a:ext cx="127635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"/>
          <p:cNvSpPr/>
          <p:nvPr/>
        </p:nvSpPr>
        <p:spPr>
          <a:xfrm>
            <a:off x="254000" y="254000"/>
            <a:ext cx="254000" cy="254000"/>
          </a:xfrm>
          <a:prstGeom prst="rect">
            <a:avLst/>
          </a:prstGeom>
        </p:spPr>
      </p:sp>
      <p:cxnSp>
        <p:nvCxnSpPr>
          <p:cNvPr id="3" name="Horizontal arrow"/>
          <p:cNvCxnSpPr/>
          <p:nvPr/>
        </p:nvCxnSpPr>
        <p:spPr>
          <a:xfrm flipH="0" flipV="0">
            <a:off x="638175" y="768350"/>
            <a:ext cx="127635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4" name="Vertical arrow"/>
          <p:cNvCxnSpPr/>
          <p:nvPr/>
        </p:nvCxnSpPr>
        <p:spPr>
          <a:xfrm flipH="0" flipV="0">
            <a:off x="2543175" y="1022350"/>
            <a:ext cx="0" cy="127317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5" name="Diagonal arrow"/>
          <p:cNvCxnSpPr/>
          <p:nvPr/>
        </p:nvCxnSpPr>
        <p:spPr>
          <a:xfrm flipH="0" flipV="0">
            <a:off x="3813175" y="641350"/>
            <a:ext cx="1276350" cy="126682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6" name="Upward diagonal arrow"/>
          <p:cNvCxnSpPr/>
          <p:nvPr/>
        </p:nvCxnSpPr>
        <p:spPr>
          <a:xfrm flipH="0" flipV="1">
            <a:off x="3813175" y="1908175"/>
            <a:ext cx="1276350" cy="127635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7" name="Reversed horizontal arrow"/>
          <p:cNvCxnSpPr/>
          <p:nvPr/>
        </p:nvCxnSpPr>
        <p:spPr>
          <a:xfrm flipH="1" flipV="0">
            <a:off x="638175" y="3816350"/>
            <a:ext cx="127635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8" name="Reversed vertical arrow"/>
          <p:cNvCxnSpPr/>
          <p:nvPr/>
        </p:nvCxnSpPr>
        <p:spPr>
          <a:xfrm flipH="0" flipV="1">
            <a:off x="2543175" y="2546350"/>
            <a:ext cx="0" cy="127317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9" name="Reversed diagonal arrow"/>
          <p:cNvCxnSpPr/>
          <p:nvPr/>
        </p:nvCxnSpPr>
        <p:spPr>
          <a:xfrm flipH="1" flipV="1">
            <a:off x="5083175" y="2546350"/>
            <a:ext cx="1276350" cy="126682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10" name="Horizontal plain line"/>
          <p:cNvCxnSpPr/>
          <p:nvPr/>
        </p:nvCxnSpPr>
        <p:spPr>
          <a:xfrm flipH="0" flipV="0">
            <a:off x="638175" y="768350"/>
            <a:ext cx="127635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Adam Shakhabov</cp:lastModifiedBy>
  <cp:revision>2</cp:revision>
  <dcterms:created xsi:type="dcterms:W3CDTF">2023-07-09T20:28:40Z</dcterms:created>
  <dcterms:modified xsi:type="dcterms:W3CDTF">2025-08-08T18:33:45Z</dcterms:modified>
</cp:coreProperties>
</file>