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7A01-5492-4B73-BDDD-D0A952739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8E5BE-3022-484C-B493-1CEB06661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2693D-224E-4237-9926-67239AE5A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19F-B088-4110-BD52-19C0490A817D}" type="datetimeFigureOut">
              <a:rPr lang="ru-UA" smtClean="0"/>
              <a:t>14.02.2020</a:t>
            </a:fld>
            <a:endParaRPr lang="ru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2A78E-F76E-4A72-A2CC-C04BB452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1809D-54FB-4C4E-B0D6-6578D6DAF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494C-1E68-4BA8-AF7C-2809C74B2BF5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166155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A60A9-4A36-459B-87E8-C228FCAAA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E2809-7B16-4806-8410-ED9A14BDA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AC7B4-7197-4862-B67D-B0DD46B8E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19F-B088-4110-BD52-19C0490A817D}" type="datetimeFigureOut">
              <a:rPr lang="ru-UA" smtClean="0"/>
              <a:t>14.02.2020</a:t>
            </a:fld>
            <a:endParaRPr lang="ru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A85A3-4B59-46C6-B46F-8D8E886F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409C0-D10B-4C2B-B348-91F23E34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494C-1E68-4BA8-AF7C-2809C74B2BF5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809213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5E298-6C7F-4AE7-99E8-7B7B9781B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71266-D34E-4927-A07B-6275A5CC7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28A05-1EBC-4276-B7A4-8DA36905E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19F-B088-4110-BD52-19C0490A817D}" type="datetimeFigureOut">
              <a:rPr lang="ru-UA" smtClean="0"/>
              <a:t>14.02.2020</a:t>
            </a:fld>
            <a:endParaRPr lang="ru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5B3CF-4AC5-4F0B-A814-50AE0265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62EF7-E1BF-4D79-A06E-76CBA97D0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494C-1E68-4BA8-AF7C-2809C74B2BF5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319080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D9FE6-8A8C-4823-B423-588E09E64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BA5AE-87EC-44CF-A138-B3F12C39A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65865-88CC-438B-BEFB-C6BD907B5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587E0-9232-409C-B60F-EF7C6A85D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19F-B088-4110-BD52-19C0490A817D}" type="datetimeFigureOut">
              <a:rPr lang="ru-UA" smtClean="0"/>
              <a:t>14.02.2020</a:t>
            </a:fld>
            <a:endParaRPr lang="ru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16405-F962-4996-8DF7-A135792F1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DF313-3968-4DC3-A454-70071827F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494C-1E68-4BA8-AF7C-2809C74B2BF5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160523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6806C-5ECB-452B-BC3A-F246AB6DF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9B398-3571-441D-9D74-20B29C051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B31849-AF7A-4BB0-8021-CBFCAB7AF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FEEE3-12F8-4C71-BA8F-3590C92BF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3F4356-D65A-494B-A180-5E39D4BB2B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92D14E-E256-4E2E-90C5-AF51045CE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19F-B088-4110-BD52-19C0490A817D}" type="datetimeFigureOut">
              <a:rPr lang="ru-UA" smtClean="0"/>
              <a:t>14.02.2020</a:t>
            </a:fld>
            <a:endParaRPr lang="ru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32E22-AD7C-497F-BB16-03A39E1F9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9CCFE0-8D0D-42EA-BC7D-338E0E11B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494C-1E68-4BA8-AF7C-2809C74B2BF5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179709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46ABC-8C9A-47DC-B74C-BA078118C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8B570-9C64-4154-8272-2169B2426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19F-B088-4110-BD52-19C0490A817D}" type="datetimeFigureOut">
              <a:rPr lang="ru-UA" smtClean="0"/>
              <a:t>14.02.2020</a:t>
            </a:fld>
            <a:endParaRPr lang="ru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735F3-BE7D-447F-9420-861DB166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C497C-F321-4263-9241-3BD11039E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494C-1E68-4BA8-AF7C-2809C74B2BF5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248409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C57881-DE89-4C86-AB6D-B5670611A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19F-B088-4110-BD52-19C0490A817D}" type="datetimeFigureOut">
              <a:rPr lang="ru-UA" smtClean="0"/>
              <a:t>14.02.2020</a:t>
            </a:fld>
            <a:endParaRPr lang="ru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97C05E-7800-4DD7-992D-6394ABBA4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F9A45-9135-4565-807A-1B4BF173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494C-1E68-4BA8-AF7C-2809C74B2BF5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669267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FB53A-5C4B-4829-85D5-32D14845F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F6B73-9AB2-40E2-9B8A-6853D2D97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8F257-56C7-41D8-BE80-B8C708676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3C967-2495-408C-A80B-E2CD58002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19F-B088-4110-BD52-19C0490A817D}" type="datetimeFigureOut">
              <a:rPr lang="ru-UA" smtClean="0"/>
              <a:t>14.02.2020</a:t>
            </a:fld>
            <a:endParaRPr lang="ru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1304D-1B7D-438C-BDB6-165FC6D9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B288E-6E70-41F5-80E9-DBD60D958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494C-1E68-4BA8-AF7C-2809C74B2BF5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916313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FC5E0-B40F-4837-9335-8F6927270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9CC41A-7453-40A1-B54C-770EB60B6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1AD21-CDE2-4A2B-9D03-55778E9FA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C503F-866F-4736-A49A-292F4449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19F-B088-4110-BD52-19C0490A817D}" type="datetimeFigureOut">
              <a:rPr lang="ru-UA" smtClean="0"/>
              <a:t>14.02.2020</a:t>
            </a:fld>
            <a:endParaRPr lang="ru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6416D-8F81-4C97-B1F6-9CD32EF9D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33CE2-0547-4EE6-B288-458D1C5C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494C-1E68-4BA8-AF7C-2809C74B2BF5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282431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0403-3152-4719-8C69-0F0F22E0E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0E665-9536-4F75-8266-A9179E7C8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BDA92-C6C4-4785-BE60-11F8E8C1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19F-B088-4110-BD52-19C0490A817D}" type="datetimeFigureOut">
              <a:rPr lang="ru-UA" smtClean="0"/>
              <a:t>14.02.2020</a:t>
            </a:fld>
            <a:endParaRPr lang="ru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8BF7F-4B6F-40D3-B143-B9F466541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75108-B2BC-46F3-8A6C-ACE466CA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494C-1E68-4BA8-AF7C-2809C74B2BF5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243677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6EC53D-F609-4794-906F-D4D82421E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3E67F-643B-461C-B03B-11DDBACE8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8AA66-34C8-430D-BB0F-C6130355A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119F-B088-4110-BD52-19C0490A817D}" type="datetimeFigureOut">
              <a:rPr lang="ru-UA" smtClean="0"/>
              <a:t>14.02.2020</a:t>
            </a:fld>
            <a:endParaRPr lang="ru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B1122-7E64-4D72-A298-DFA08EC9D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6662B-9B39-4C92-84B6-1B331FE9C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1494C-1E68-4BA8-AF7C-2809C74B2BF5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54704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690DC-B7E8-4351-BB65-7878D0AFC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39E3F-C740-4320-A068-CFC01918D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2119F-B088-4110-BD52-19C0490A817D}" type="datetimeFigureOut">
              <a:rPr lang="ru-UA" smtClean="0"/>
              <a:t>14.02.2020</a:t>
            </a:fld>
            <a:endParaRPr lang="ru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E9130-3D3F-4018-A0FC-89EEB754A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537B2-58BF-4EB0-A9B9-C35543C01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1494C-1E68-4BA8-AF7C-2809C74B2BF5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511863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39F4-6AA8-4274-94FF-0CE0705B0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6315A9-C751-427C-BDB7-F865B155A1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464243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Schachabov</dc:creator>
  <cp:lastModifiedBy>Adam Schachabov</cp:lastModifiedBy>
  <cp:revision>1</cp:revision>
  <dcterms:created xsi:type="dcterms:W3CDTF">2020-02-14T20:15:48Z</dcterms:created>
  <dcterms:modified xsi:type="dcterms:W3CDTF">2020-02-14T20:15:54Z</dcterms:modified>
</cp:coreProperties>
</file>