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75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ck Kellett" initials="NK" lastIdx="1" clrIdx="0">
    <p:extLst>
      <p:ext uri="{19B8F6BF-5375-455C-9EA6-DF929625EA0E}">
        <p15:presenceInfo xmlns:p15="http://schemas.microsoft.com/office/powerpoint/2012/main" userId="Nick Kellet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BEEE"/>
    <a:srgbClr val="162F58"/>
    <a:srgbClr val="3F73A9"/>
    <a:srgbClr val="8C1003"/>
    <a:srgbClr val="DFBC3B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F8D73-C2F7-4EE9-947E-349A4FA59B2D}" v="1" dt="2025-12-04T19:27:40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97" autoAdjust="0"/>
    <p:restoredTop sz="95157" autoAdjust="0"/>
  </p:normalViewPr>
  <p:slideViewPr>
    <p:cSldViewPr snapToGrid="0" snapToObjects="1">
      <p:cViewPr varScale="1">
        <p:scale>
          <a:sx n="95" d="100"/>
          <a:sy n="95" d="100"/>
        </p:scale>
        <p:origin x="78" y="3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Kellett" userId="644166724_tp_dropbox_plus" providerId="OAuth2" clId="{A01D8841-4A9D-4A7D-B49F-370C18725095}"/>
    <pc:docChg chg="undo custSel addSld delSld modSld sldOrd">
      <pc:chgData name="Nicholas Kellett" userId="644166724_tp_dropbox_plus" providerId="OAuth2" clId="{A01D8841-4A9D-4A7D-B49F-370C18725095}" dt="2025-12-02T18:45:40.835" v="728" actId="1076"/>
      <pc:docMkLst>
        <pc:docMk/>
      </pc:docMkLst>
      <pc:sldChg chg="modSp add mod ord">
        <pc:chgData name="Nicholas Kellett" userId="644166724_tp_dropbox_plus" providerId="OAuth2" clId="{A01D8841-4A9D-4A7D-B49F-370C18725095}" dt="2025-12-02T18:45:40.835" v="728" actId="1076"/>
        <pc:sldMkLst>
          <pc:docMk/>
          <pc:sldMk cId="1677206735" sldId="753"/>
        </pc:sldMkLst>
        <pc:spChg chg="mod">
          <ac:chgData name="Nicholas Kellett" userId="644166724_tp_dropbox_plus" providerId="OAuth2" clId="{A01D8841-4A9D-4A7D-B49F-370C18725095}" dt="2025-12-02T18:45:40.835" v="728" actId="1076"/>
          <ac:spMkLst>
            <pc:docMk/>
            <pc:sldMk cId="1677206735" sldId="753"/>
            <ac:spMk id="2" creationId="{C891ED8E-25C8-80FD-5474-3755B6A6FBD0}"/>
          </ac:spMkLst>
        </pc:spChg>
        <pc:spChg chg="mod">
          <ac:chgData name="Nicholas Kellett" userId="644166724_tp_dropbox_plus" providerId="OAuth2" clId="{A01D8841-4A9D-4A7D-B49F-370C18725095}" dt="2025-12-02T18:45:33.187" v="727" actId="1076"/>
          <ac:spMkLst>
            <pc:docMk/>
            <pc:sldMk cId="1677206735" sldId="753"/>
            <ac:spMk id="3" creationId="{E4B01749-E2AB-814B-3B27-C60C4B27E9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4FF-BDE4-499F-940E-A48A07B071EC}" type="datetimeFigureOut">
              <a:rPr lang="en-CA" smtClean="0"/>
              <a:t>2025-12-26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5743C-DAFF-457F-B2F2-B863C5AE5A6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6432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399B1-CB84-6BA9-1126-B392BEB0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A73F6-697B-51A4-2670-740FF0E0A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18338-CB3F-8457-080F-894300EF0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3D752-904C-3474-0867-04119C0D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789FF-457D-4CE7-88B3-D2B9A20A661D}" type="slidenum">
              <a:rPr lang="en-CA" smtClean="0"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2712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37617-CAE1-4471-899C-F4DD598D0A3B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720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910B-2FE0-4F9D-A18E-7A2ABCE17DD7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09587" y="6356350"/>
            <a:ext cx="4639653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dirty="0"/>
              <a:t>Open Source Climate Adaptation &amp; Resilience Toolkit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7098B542-FEFB-3445-99D0-71EDF51681B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03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4557-1DA8-4C21-83AE-9F1AA3634027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77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CED8-CD01-42B5-BA0A-D27CF08194E8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500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CB68-5FFA-4906-8FF6-B1635D34F2C7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19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04A2-8EE9-45A6-9482-E1569F078825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3F0E-765B-404A-8AA6-C674AC115F04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56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AE90-6871-432B-ACCA-D3D178F48ABF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15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2B4BD-680F-46ED-9F14-AE169ABD79F9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4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F532-87BC-4CE5-BFC7-55560C73F0E0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0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8549-9F8F-41FC-8391-0B7E4B70E1F7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749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C06F5-04B4-4257-BA97-11F93797627E}" type="datetime1">
              <a:rPr lang="en-CA" smtClean="0"/>
              <a:t>2025-12-26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Open Source Climate Adaptation &amp; Resilience Toolkit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8B542-FEFB-3445-99D0-71EDF51681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5C8CA-5D38-934A-7DC1-CA7B7317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10391C1-49FA-66AF-E124-EE5D0B21C1B6}"/>
              </a:ext>
            </a:extLst>
          </p:cNvPr>
          <p:cNvSpPr/>
          <p:nvPr/>
        </p:nvSpPr>
        <p:spPr>
          <a:xfrm>
            <a:off x="0" y="0"/>
            <a:ext cx="8956221" cy="6858000"/>
          </a:xfrm>
          <a:prstGeom prst="rect">
            <a:avLst/>
          </a:prstGeom>
          <a:solidFill>
            <a:srgbClr val="162F5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CB1D6A-692B-76D8-B6D5-017CECCD50AC}"/>
              </a:ext>
            </a:extLst>
          </p:cNvPr>
          <p:cNvSpPr/>
          <p:nvPr/>
        </p:nvSpPr>
        <p:spPr>
          <a:xfrm>
            <a:off x="0" y="6603101"/>
            <a:ext cx="8956221" cy="254899"/>
          </a:xfrm>
          <a:prstGeom prst="rect">
            <a:avLst/>
          </a:prstGeom>
          <a:solidFill>
            <a:srgbClr val="29B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B01749-E2AB-814B-3B27-C60C4B27E93F}"/>
              </a:ext>
            </a:extLst>
          </p:cNvPr>
          <p:cNvSpPr txBox="1">
            <a:spLocks/>
          </p:cNvSpPr>
          <p:nvPr/>
        </p:nvSpPr>
        <p:spPr>
          <a:xfrm>
            <a:off x="272379" y="571559"/>
            <a:ext cx="8411461" cy="17327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Slide with </a:t>
            </a:r>
            <a:r>
              <a:rPr lang="en-US" b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Transparent Shape</a:t>
            </a:r>
            <a:endParaRPr lang="en-US" b="1" dirty="0">
              <a:solidFill>
                <a:srgbClr val="DFBC3B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206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9BEE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71459</TotalTime>
  <Words>5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Nick Kellett</cp:lastModifiedBy>
  <cp:revision>766</cp:revision>
  <cp:lastPrinted>2025-10-27T13:56:45Z</cp:lastPrinted>
  <dcterms:created xsi:type="dcterms:W3CDTF">2016-07-06T20:25:14Z</dcterms:created>
  <dcterms:modified xsi:type="dcterms:W3CDTF">2025-12-26T15:05:42Z</dcterms:modified>
</cp:coreProperties>
</file>