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7919-B1B0-2106-66B8-99368A704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E8FEB-721E-4957-3101-A402C24DD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2AD8-5E08-E6C2-2EE5-41C48AE6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C6765-638B-7EFC-85FD-0446B714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FC34B-C8E5-ED79-4B84-C0C1BFAE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063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C0DD-A785-A910-32AB-F43062E7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59DB-4C21-F033-1AB8-01E88541F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2ED03-5C79-6D57-7A35-68123B2A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2B2F3-3574-B875-B841-BB384772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76728-624D-C900-8877-916BA1E7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510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0B3D-2D17-EA64-C2E3-09C71A51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B591-4884-DA44-72FA-721A32C84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226A-9808-1078-A711-2A42221B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63815-3AB5-5BD9-9ED3-7C4BB11BE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0BEB-63CD-BF7A-FAAD-DCA2D36F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662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4273-8F80-D17E-2344-07EBDC53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5B51-38AC-9B2A-6811-551517567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1EFAA-173C-42BB-521E-78C631102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AD90A-75F6-0EE3-5B42-FF0D40C5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15F42-7149-A22F-845F-71EAE918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B0DF-34B6-4132-7F8C-0FB61F29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654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221E-06F6-A259-3637-8005897D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7BF94-876C-D5EA-291A-9F927281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1D076-18BD-5EA3-4310-9318B3493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71AA5-26FB-0AC7-A03B-C740210E3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B431A-1545-B6AA-DEE3-0164D65C1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558AC-7ADF-BB34-45EF-F4F01C45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EF33-C817-0BCD-A573-A9C6F341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0C9A1-81D8-5483-3E72-C08997E5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290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57ED-9C84-E4A5-A032-9B51C433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A0DBF-B01C-79A1-8F24-70E86E66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351FD-219D-D25D-F7FC-5B2EECA8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52B86-C4AF-B28D-4102-9ED6E08E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66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EB4A8-B3B4-1ACC-D4ED-DF8B1823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EC6F-FAE7-5E4D-8020-4067F8C9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A925E-BD42-8A7F-E649-0C854503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377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896F-D829-A276-B3BD-1EE5920F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9A52-0EAE-2892-A7DF-D3281EA4C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F86AC-60A7-8A85-F59E-D46C92CC9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BBB4C-4E0F-8B34-674F-DF4951B0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B93CE-5CBD-0271-18E5-028DF9F0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D30E7-F2F7-E950-DDE7-8AA4AE27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975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C402-C8B3-5661-9653-84BBE66A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94B8B-E02B-766F-DC34-94B14D25D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A9A9A-7F5E-546E-6FFB-26A75C815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1E12E-3B35-6C93-8C2E-2B691D84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84FE5-B5C0-7FF3-2786-C8245BD3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CD3A-8017-1328-F831-5E9F0422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765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516C-0AA4-48A9-4A73-A99B589C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E7D68-F18E-FC9F-A01A-670E29C96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E2A5-7342-5FCD-FD2E-C31C1CE2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E28FB-0960-B00B-4D54-4AEF3AB6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3AF91-716F-AD05-18E0-5DFD4532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512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257B0-9474-3BC4-ECAB-E7EE5BD68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F5C56-D112-ADD3-F490-9F6F3940B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18287-F11D-451F-A6EE-50F5E4F1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70FA8-4285-69BA-861A-F2130C27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993BD-AD86-4517-C300-2C3786A7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955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8BE41-3075-D024-08B7-6D198D06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B7D1C-F620-32B0-E975-0E16BC092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0FDAD-862D-B2CB-FF94-74321B1E6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1C975-4C18-42CB-9D2C-52149A7DE7C1}" type="datetimeFigureOut">
              <a:rPr lang="LID4096" smtClean="0"/>
              <a:t>09/02/2024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97AA7-6820-6179-2E2A-848286E29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DB9E1-029A-08B1-8DA6-E020228E6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77108-1E32-4C23-8749-AB57F0BB73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379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t with its paws on a couch&#10;&#10;Description automatically generated">
            <a:extLst>
              <a:ext uri="{FF2B5EF4-FFF2-40B4-BE49-F238E27FC236}">
                <a16:creationId xmlns:a16="http://schemas.microsoft.com/office/drawing/2014/main" id="{79D3430B-C255-F7C6-67DF-2775080E4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4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Shakhabov</dc:creator>
  <cp:lastModifiedBy>Adam Shakhabov</cp:lastModifiedBy>
  <cp:revision>1</cp:revision>
  <dcterms:created xsi:type="dcterms:W3CDTF">2024-09-02T19:22:36Z</dcterms:created>
  <dcterms:modified xsi:type="dcterms:W3CDTF">2024-09-02T19:22:58Z</dcterms:modified>
</cp:coreProperties>
</file>